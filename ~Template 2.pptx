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285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52966-5A9D-4A28-81A4-127BC3BF750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701EE-71F3-40C8-83CE-48E7C758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Pros: Increased input area on right side for Professional Experience; but not as much as 148.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Increased input area for Bio.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Name / Role header looks more prominent.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Pros: Look and Feel: “Bio” and “Professional Background” sections are aligned vertically.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Cons: Less text input box size for professional background compared to slide 148.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20C7CF-0BF8-42CF-9275-44B54A9B3D1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064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Academic BG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8CC20E3-A62E-78C3-CB0F-9FA4B19408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FD9E4-718E-2EE6-D2BE-ED175217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rgbClr val="DA291C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1" y="1322289"/>
            <a:ext cx="2068370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2068138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976938" y="2049520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6938" y="1577430"/>
            <a:ext cx="5891212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976937" y="1348600"/>
            <a:ext cx="239260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1" y="4813317"/>
            <a:ext cx="843528" cy="3403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3108960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5976938" y="1287640"/>
            <a:ext cx="5891212" cy="0"/>
          </a:xfrm>
          <a:prstGeom prst="line">
            <a:avLst/>
          </a:prstGeom>
          <a:ln w="15875">
            <a:solidFill>
              <a:srgbClr val="DADE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31ADDB-3E59-F1DE-FAA3-4A6C3B3B60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20BA4F9-BADD-1678-B909-23048B4E15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76938" y="3696470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021506DE-D669-B24F-F639-E1440838F2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76937" y="3224380"/>
            <a:ext cx="5891211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E602DFD-74DC-1ED4-ECCE-37C02F2772D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6938" y="5393414"/>
            <a:ext cx="58912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A29B3A3-31C9-D2D4-37D8-48A9F8092DC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76937" y="4921324"/>
            <a:ext cx="5891209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089030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659333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883150" y="1242502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83150" y="607605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rgbClr val="0C2340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83150" y="929513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86613" y="954111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4813836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FC4D0A49-CC51-4724-F56C-4F47D0AE27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C46D7DF-89E4-875A-2950-9CDE7F935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41E832-6C70-EDED-9FD0-1A0EA657B20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648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W] Bio-Interests-Professional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1376467"/>
            <a:ext cx="1871663" cy="2636718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1735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376467"/>
            <a:ext cx="6911975" cy="5005282"/>
          </a:xfrm>
        </p:spPr>
        <p:txBody>
          <a:bodyPr>
            <a:noAutofit/>
          </a:bodyPr>
          <a:lstStyle>
            <a:lvl1pPr>
              <a:defRPr sz="1000" b="0">
                <a:solidFill>
                  <a:srgbClr val="0C2340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</a:t>
            </a:r>
            <a:r>
              <a:rPr lang="en-GB" err="1"/>
              <a:t>magn</a:t>
            </a:r>
            <a:r>
              <a:rPr lang="en-GB"/>
              <a:t>.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44514F0-0C53-0496-3500-9F13594F742D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DA291C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3660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71715-8CC9-1CCA-AE2D-0A3672D6F022}"/>
              </a:ext>
            </a:extLst>
          </p:cNvPr>
          <p:cNvSpPr txBox="1"/>
          <p:nvPr userDrawn="1"/>
        </p:nvSpPr>
        <p:spPr>
          <a:xfrm>
            <a:off x="5016500" y="11735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3E452D4B-FD06-BEBE-4A82-9659721F00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5875337" cy="43626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4400"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D09C9D-0F0C-E6AC-A9A8-1390A48755A8}"/>
              </a:ext>
            </a:extLst>
          </p:cNvPr>
          <p:cNvGrpSpPr/>
          <p:nvPr userDrawn="1"/>
        </p:nvGrpSpPr>
        <p:grpSpPr>
          <a:xfrm>
            <a:off x="-1" y="2485348"/>
            <a:ext cx="2196985" cy="4393969"/>
            <a:chOff x="-15876" y="2481435"/>
            <a:chExt cx="2212861" cy="4425722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36317C01-D2BA-0F42-DE59-BF523EAAA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5876" y="4694296"/>
              <a:ext cx="2212861" cy="221286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C6CDF2C-F840-999C-9065-D002080DBB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5876" y="2481435"/>
              <a:ext cx="2212861" cy="22128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9633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Academic BG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4" y="898579"/>
            <a:ext cx="6540501" cy="184666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312774"/>
            <a:ext cx="6551612" cy="518173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646630" y="1322289"/>
            <a:ext cx="3170095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322289"/>
            <a:ext cx="843527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F0B99D-B996-C718-D026-A9A0F59DA67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46863" y="3038385"/>
            <a:ext cx="317855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319963" y="2897245"/>
            <a:ext cx="4608512" cy="98586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A93103-F36E-2845-2509-7B9BEACE9B3F}"/>
              </a:ext>
            </a:extLst>
          </p:cNvPr>
          <p:cNvSpPr txBox="1"/>
          <p:nvPr userDrawn="1"/>
        </p:nvSpPr>
        <p:spPr>
          <a:xfrm>
            <a:off x="2640014" y="3038385"/>
            <a:ext cx="824546" cy="3199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Academic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9963" y="181555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9963" y="25259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99944" y="255057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7319963" y="23438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9699944" y="23626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7319963" y="1348600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813317"/>
            <a:ext cx="4158077" cy="14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CEB895BD-CCCC-7B80-D00D-D70AC49A003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14078" y="516026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4C3E9E86-8FDC-92E2-246B-19047AF422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4078" y="561104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7" name="Text Placeholder 12">
            <a:extLst>
              <a:ext uri="{FF2B5EF4-FFF2-40B4-BE49-F238E27FC236}">
                <a16:creationId xmlns:a16="http://schemas.microsoft.com/office/drawing/2014/main" id="{0C57DDA7-B943-B312-BA13-C41F8B17F8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14078" y="606182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19963" y="5363565"/>
            <a:ext cx="4608512" cy="1018185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9963" y="4281875"/>
            <a:ext cx="4248150" cy="3264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2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19963" y="499230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99944" y="5016899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7319963" y="481019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9699944" y="482899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DB3EFD-9789-8E02-E084-6307C1761B4B}"/>
              </a:ext>
            </a:extLst>
          </p:cNvPr>
          <p:cNvCxnSpPr>
            <a:cxnSpLocks/>
          </p:cNvCxnSpPr>
          <p:nvPr userDrawn="1"/>
        </p:nvCxnSpPr>
        <p:spPr>
          <a:xfrm>
            <a:off x="2658640" y="2974117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858FDF2-8B7C-8CEE-EF56-9AAD17E772F2}"/>
              </a:ext>
            </a:extLst>
          </p:cNvPr>
          <p:cNvCxnSpPr>
            <a:cxnSpLocks/>
          </p:cNvCxnSpPr>
          <p:nvPr userDrawn="1"/>
        </p:nvCxnSpPr>
        <p:spPr>
          <a:xfrm>
            <a:off x="2658640" y="1283168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C0F804-E678-3D4F-3D64-FF165455F9DA}"/>
              </a:ext>
            </a:extLst>
          </p:cNvPr>
          <p:cNvCxnSpPr>
            <a:cxnSpLocks/>
          </p:cNvCxnSpPr>
          <p:nvPr userDrawn="1"/>
        </p:nvCxnSpPr>
        <p:spPr>
          <a:xfrm>
            <a:off x="2658640" y="4769520"/>
            <a:ext cx="4158085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B3B59E8-3D3F-FF90-769A-040FE097051D}"/>
              </a:ext>
            </a:extLst>
          </p:cNvPr>
          <p:cNvCxnSpPr>
            <a:cxnSpLocks/>
          </p:cNvCxnSpPr>
          <p:nvPr userDrawn="1"/>
        </p:nvCxnSpPr>
        <p:spPr>
          <a:xfrm>
            <a:off x="7319963" y="1287640"/>
            <a:ext cx="4608512" cy="0"/>
          </a:xfrm>
          <a:prstGeom prst="line">
            <a:avLst/>
          </a:prstGeom>
          <a:ln w="15875">
            <a:solidFill>
              <a:srgbClr val="9DA7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0812C44-E882-D072-0FD1-2E8F5EC30307}"/>
              </a:ext>
            </a:extLst>
          </p:cNvPr>
          <p:cNvCxnSpPr>
            <a:cxnSpLocks/>
          </p:cNvCxnSpPr>
          <p:nvPr userDrawn="1"/>
        </p:nvCxnSpPr>
        <p:spPr>
          <a:xfrm>
            <a:off x="7319963" y="217729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B448638-7E59-CB34-E901-7C4F55716378}"/>
              </a:ext>
            </a:extLst>
          </p:cNvPr>
          <p:cNvCxnSpPr>
            <a:cxnSpLocks/>
          </p:cNvCxnSpPr>
          <p:nvPr userDrawn="1"/>
        </p:nvCxnSpPr>
        <p:spPr>
          <a:xfrm>
            <a:off x="7319963" y="4608307"/>
            <a:ext cx="460851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5EF86504-5E24-2779-2561-8487547D70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4" cy="219698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AEDAA7C-3CAE-441B-DE5C-21DA44062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6"/>
            <a:ext cx="2196984" cy="2196984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F07864FA-966A-360C-7443-38C852F2BCB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67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jects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A3B4AB4-68FF-FA6D-1CFB-18001846CE0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51125" y="1154096"/>
            <a:ext cx="1869241" cy="618593"/>
          </a:xfrm>
        </p:spPr>
        <p:txBody>
          <a:bodyPr anchor="t">
            <a:noAutofit/>
          </a:bodyPr>
          <a:lstStyle>
            <a:lvl1pPr>
              <a:defRPr sz="12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E87B7AE-93FF-93ED-D177-8A9C12BE187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640013" y="280681"/>
            <a:ext cx="1880353" cy="765516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28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031AD90-9369-271A-A7E1-FC8D55805D61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16500" y="1709227"/>
            <a:ext cx="6911975" cy="625500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7674329E-0639-BDF9-F526-FA1427C8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6500" y="883830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1A7C295F-1E0F-5C45-9923-9E055482E3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6500" y="1396238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5D79C60-756F-4EB1-08DB-C5974E2F42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19963" y="1420836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3DFE0A-B555-769C-10A7-EB22A91C26B9}"/>
              </a:ext>
            </a:extLst>
          </p:cNvPr>
          <p:cNvSpPr txBox="1"/>
          <p:nvPr userDrawn="1"/>
        </p:nvSpPr>
        <p:spPr>
          <a:xfrm>
            <a:off x="5016500" y="1214128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E344D4-A027-A601-C876-648DAF2E13EC}"/>
              </a:ext>
            </a:extLst>
          </p:cNvPr>
          <p:cNvSpPr txBox="1"/>
          <p:nvPr userDrawn="1"/>
        </p:nvSpPr>
        <p:spPr>
          <a:xfrm>
            <a:off x="7319963" y="1232929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1A79C-CACC-3DC6-B905-63EF71D8D8B8}"/>
              </a:ext>
            </a:extLst>
          </p:cNvPr>
          <p:cNvSpPr txBox="1"/>
          <p:nvPr userDrawn="1"/>
        </p:nvSpPr>
        <p:spPr>
          <a:xfrm>
            <a:off x="5016500" y="357823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chemeClr val="bg1"/>
                </a:solidFill>
                <a:latin typeface="Work Sans" pitchFamily="2" charset="0"/>
              </a:rPr>
              <a:t>Project Backgrounds</a:t>
            </a:r>
            <a:endParaRPr lang="en-GB" sz="1000" err="1">
              <a:solidFill>
                <a:schemeClr val="bg1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CA330FA-CCF7-A0E5-F50E-6E91DF812D2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16500" y="371872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3050CC42-509F-356D-82D5-5D9356BF01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16500" y="289333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32AD40A4-CB9D-A307-F8CA-1A6AE65CDC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016500" y="340574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C416095D-D98A-0FCD-7E5F-9C547D3DCBF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19963" y="343033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39E4C0-BFE6-EF11-2701-1B05076378A0}"/>
              </a:ext>
            </a:extLst>
          </p:cNvPr>
          <p:cNvSpPr txBox="1"/>
          <p:nvPr userDrawn="1"/>
        </p:nvSpPr>
        <p:spPr>
          <a:xfrm>
            <a:off x="5016500" y="322363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0900E-EFE3-2AD1-CE5C-9412D7BC5167}"/>
              </a:ext>
            </a:extLst>
          </p:cNvPr>
          <p:cNvSpPr txBox="1"/>
          <p:nvPr userDrawn="1"/>
        </p:nvSpPr>
        <p:spPr>
          <a:xfrm>
            <a:off x="7319963" y="324243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A083622-9ED5-4732-9E8D-537A1F93C4A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16500" y="5774369"/>
            <a:ext cx="6911975" cy="646007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A021707D-B78F-8083-0B65-29B35D43DF6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16500" y="4948973"/>
            <a:ext cx="6911975" cy="185055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1000" b="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Project 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4B099147-DEC4-2DF7-0CA7-78FED9BA39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16500" y="5461381"/>
            <a:ext cx="1853034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Your role in the project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A0D4E9AF-230D-005E-FE19-213EC5F21D6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19963" y="5485979"/>
            <a:ext cx="4608512" cy="209398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Industry Sector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988B3F-5793-D36C-C18C-4A76E09CB51F}"/>
              </a:ext>
            </a:extLst>
          </p:cNvPr>
          <p:cNvSpPr txBox="1"/>
          <p:nvPr userDrawn="1"/>
        </p:nvSpPr>
        <p:spPr>
          <a:xfrm>
            <a:off x="5016500" y="5279271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My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Role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738507-CADE-66CA-4B1E-3E4B5FE31EC5}"/>
              </a:ext>
            </a:extLst>
          </p:cNvPr>
          <p:cNvSpPr txBox="1"/>
          <p:nvPr userDrawn="1"/>
        </p:nvSpPr>
        <p:spPr>
          <a:xfrm>
            <a:off x="7319963" y="5298072"/>
            <a:ext cx="1871662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Industry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Sector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B871E81-8036-A341-5E34-A971C9DAD8B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1090673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05D75E-C57D-6979-C806-9A221EBF6B42}"/>
              </a:ext>
            </a:extLst>
          </p:cNvPr>
          <p:cNvCxnSpPr>
            <a:cxnSpLocks/>
          </p:cNvCxnSpPr>
          <p:nvPr userDrawn="1"/>
        </p:nvCxnSpPr>
        <p:spPr>
          <a:xfrm>
            <a:off x="5016500" y="310017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F65C361-72AB-B94A-5BB5-9D21C47FEDE9}"/>
              </a:ext>
            </a:extLst>
          </p:cNvPr>
          <p:cNvCxnSpPr>
            <a:cxnSpLocks/>
          </p:cNvCxnSpPr>
          <p:nvPr userDrawn="1"/>
        </p:nvCxnSpPr>
        <p:spPr>
          <a:xfrm>
            <a:off x="5016500" y="5155816"/>
            <a:ext cx="6911975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F7E974-AFB6-C7F4-80C9-4770E4D967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485348"/>
            <a:ext cx="2196985" cy="219698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192CFD4-162A-CA08-8EDD-76835C477A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661015"/>
            <a:ext cx="2196985" cy="2196985"/>
          </a:xfrm>
          <a:prstGeom prst="rect">
            <a:avLst/>
          </a:prstGeom>
        </p:spPr>
      </p:pic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98828CCD-3A67-867C-91A8-E1634A0821B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9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B] Bio-Interests-Professional BG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3FFF7BEB-EC0B-4844-7408-9B11708FFF7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648703" y="2111976"/>
            <a:ext cx="1871663" cy="1901209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C6C2F-C662-F0F6-7C60-2A1268B100BE}"/>
              </a:ext>
            </a:extLst>
          </p:cNvPr>
          <p:cNvSpPr txBox="1"/>
          <p:nvPr userDrawn="1"/>
        </p:nvSpPr>
        <p:spPr>
          <a:xfrm>
            <a:off x="2658641" y="1897458"/>
            <a:ext cx="843527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Bio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FE725-7D0D-8D56-1413-818080135699}"/>
              </a:ext>
            </a:extLst>
          </p:cNvPr>
          <p:cNvSpPr txBox="1"/>
          <p:nvPr userDrawn="1"/>
        </p:nvSpPr>
        <p:spPr>
          <a:xfrm>
            <a:off x="2658640" y="4213676"/>
            <a:ext cx="1845519" cy="3264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Key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Areas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of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Expertise,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Interests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</a:t>
            </a:r>
            <a:r>
              <a:rPr lang="pt-BR" sz="1000" err="1">
                <a:solidFill>
                  <a:srgbClr val="9DA7B3"/>
                </a:solidFill>
                <a:latin typeface="Work Sans" pitchFamily="2" charset="0"/>
              </a:rPr>
              <a:t>and</a:t>
            </a:r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 Skills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E25BA16E-04BB-5EEC-BE3E-7395DE39F3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48703" y="471082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D9D96BA2-4C04-64B6-4F13-AFF16504D28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48703" y="5161604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C42753C-EA0A-1B12-EA39-4DDC2D5114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8703" y="5612381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56" name="Text Placeholder 12">
            <a:extLst>
              <a:ext uri="{FF2B5EF4-FFF2-40B4-BE49-F238E27FC236}">
                <a16:creationId xmlns:a16="http://schemas.microsoft.com/office/drawing/2014/main" id="{95467878-FD0A-AFEE-5144-8DD126378B3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48703" y="6063158"/>
            <a:ext cx="1855456" cy="319929"/>
          </a:xfrm>
        </p:spPr>
        <p:txBody>
          <a:bodyPr>
            <a:noAutofit/>
          </a:bodyPr>
          <a:lstStyle>
            <a:lvl1pPr marL="171450" indent="-171450">
              <a:buFont typeface="Work Sans" pitchFamily="2" charset="0"/>
              <a:buChar char="→"/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69BA5872-7F3D-CCD6-D83E-7939F8C0E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0" y="2111976"/>
            <a:ext cx="6911975" cy="4269773"/>
          </a:xfrm>
        </p:spPr>
        <p:txBody>
          <a:bodyPr>
            <a:noAutofit/>
          </a:bodyPr>
          <a:lstStyle>
            <a:lvl1pPr>
              <a:defRPr sz="1000" b="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magna: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magna </a:t>
            </a:r>
            <a:r>
              <a:rPr lang="en-GB" err="1"/>
              <a:t>aliqua</a:t>
            </a:r>
            <a:r>
              <a:rPr lang="en-GB"/>
              <a:t>. Ut </a:t>
            </a:r>
            <a:r>
              <a:rPr lang="en-GB" err="1"/>
              <a:t>enim</a:t>
            </a:r>
            <a:r>
              <a:rPr lang="en-GB"/>
              <a:t> ad minim </a:t>
            </a:r>
            <a:r>
              <a:rPr lang="en-GB" err="1"/>
              <a:t>veniam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nostrud</a:t>
            </a:r>
            <a:r>
              <a:rPr lang="en-GB"/>
              <a:t> exercitation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dolore </a:t>
            </a:r>
            <a:r>
              <a:rPr lang="en-GB" err="1"/>
              <a:t>magn</a:t>
            </a:r>
            <a:r>
              <a:rPr lang="en-GB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C87F1-FE75-57D1-AE93-CD855A3EE1D0}"/>
              </a:ext>
            </a:extLst>
          </p:cNvPr>
          <p:cNvSpPr txBox="1"/>
          <p:nvPr userDrawn="1"/>
        </p:nvSpPr>
        <p:spPr>
          <a:xfrm>
            <a:off x="5016500" y="1897458"/>
            <a:ext cx="2232025" cy="2037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pt-BR" sz="1000">
                <a:solidFill>
                  <a:srgbClr val="9DA7B3"/>
                </a:solidFill>
                <a:latin typeface="Work Sans" pitchFamily="2" charset="0"/>
              </a:rPr>
              <a:t>Professional Background</a:t>
            </a:r>
            <a:endParaRPr lang="en-GB" sz="1000" err="1">
              <a:solidFill>
                <a:srgbClr val="9DA7B3"/>
              </a:solidFill>
              <a:latin typeface="Work Sans" pitchFamily="2" charset="0"/>
            </a:endParaRP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F0F31AC1-B6E1-704E-DA75-02DF31F9C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9963" y="296863"/>
            <a:ext cx="1871662" cy="1095057"/>
          </a:xfrm>
        </p:spPr>
        <p:txBody>
          <a:bodyPr anchor="b">
            <a:noAutofit/>
          </a:bodyPr>
          <a:lstStyle>
            <a:lvl1pPr>
              <a:defRPr sz="1600">
                <a:solidFill>
                  <a:schemeClr val="bg1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Senior Consultant | PMO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0B3E1DF-232C-8975-537E-CA49CCDEB9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40013" y="312774"/>
            <a:ext cx="4535487" cy="1131498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4400">
                <a:solidFill>
                  <a:schemeClr val="bg1"/>
                </a:solidFill>
                <a:latin typeface="Work Sans Light" pitchFamily="2" charset="0"/>
              </a:defRPr>
            </a:lvl1pPr>
          </a:lstStyle>
          <a:p>
            <a:pPr lvl="0"/>
            <a:r>
              <a:rPr lang="en-GB"/>
              <a:t>Johnathan </a:t>
            </a:r>
            <a:r>
              <a:rPr lang="en-GB" err="1"/>
              <a:t>Doecher</a:t>
            </a:r>
            <a:endParaRPr lang="en-GB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B221E58-E929-DB00-7122-45FD244BEB6D}"/>
              </a:ext>
            </a:extLst>
          </p:cNvPr>
          <p:cNvGrpSpPr/>
          <p:nvPr userDrawn="1"/>
        </p:nvGrpSpPr>
        <p:grpSpPr>
          <a:xfrm>
            <a:off x="1" y="2485348"/>
            <a:ext cx="2196984" cy="4393968"/>
            <a:chOff x="5014912" y="2347912"/>
            <a:chExt cx="2162175" cy="4324350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A1AE871-09F5-1B56-3AA7-17600DE46E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4912" y="2347912"/>
              <a:ext cx="2162175" cy="216217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CDA134EF-B452-FA8E-B8D4-E5391F526A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4912" y="4510087"/>
              <a:ext cx="2162175" cy="2162175"/>
            </a:xfrm>
            <a:prstGeom prst="rect">
              <a:avLst/>
            </a:prstGeom>
          </p:spPr>
        </p:pic>
      </p:grp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BB2A6638-EFA2-79C0-69AC-8FD5D8A524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88363"/>
            <a:ext cx="2196985" cy="21969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  <a:p>
            <a:endParaRPr lang="pt-BR"/>
          </a:p>
          <a:p>
            <a:r>
              <a:rPr lang="pt-BR" err="1"/>
              <a:t>Your</a:t>
            </a:r>
            <a:r>
              <a:rPr lang="pt-BR"/>
              <a:t> </a:t>
            </a:r>
            <a:r>
              <a:rPr lang="pt-BR" err="1"/>
              <a:t>best</a:t>
            </a:r>
            <a:r>
              <a:rPr lang="pt-BR"/>
              <a:t> profile </a:t>
            </a:r>
            <a:r>
              <a:rPr lang="pt-BR" err="1"/>
              <a:t>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919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3">
            <a:extLst>
              <a:ext uri="{FF2B5EF4-FFF2-40B4-BE49-F238E27FC236}">
                <a16:creationId xmlns:a16="http://schemas.microsoft.com/office/drawing/2014/main" id="{EAA7F505-A066-801E-6085-CDEFFB329CEC}"/>
              </a:ext>
            </a:extLst>
          </p:cNvPr>
          <p:cNvSpPr txBox="1">
            <a:spLocks/>
          </p:cNvSpPr>
          <p:nvPr userDrawn="1"/>
        </p:nvSpPr>
        <p:spPr>
          <a:xfrm>
            <a:off x="258396" y="6522680"/>
            <a:ext cx="494299" cy="19721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it-IT"/>
            </a:defPPr>
            <a:lvl1pPr marL="0" algn="l" defTabSz="457200" rtl="0" eaLnBrk="1" latinLnBrk="0" hangingPunct="1">
              <a:defRPr sz="600" b="0" i="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C18EA95-C3D3-214C-9452-EF8527DBCD86}" type="slidenum">
              <a:rPr lang="it-IT" sz="800" smtClean="0">
                <a:latin typeface="Work Sans" pitchFamily="2" charset="0"/>
              </a:rPr>
              <a:pPr algn="l"/>
              <a:t>‹#›</a:t>
            </a:fld>
            <a:endParaRPr lang="it-IT" sz="800">
              <a:latin typeface="Work Sans" pitchFamily="2" charset="0"/>
            </a:endParaRP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196034D5-72AE-8FB6-A6AE-99A7B24E2C9E}"/>
              </a:ext>
            </a:extLst>
          </p:cNvPr>
          <p:cNvGrpSpPr/>
          <p:nvPr userDrawn="1"/>
        </p:nvGrpSpPr>
        <p:grpSpPr>
          <a:xfrm>
            <a:off x="11618002" y="6507090"/>
            <a:ext cx="312729" cy="218045"/>
            <a:chOff x="3414712" y="1223962"/>
            <a:chExt cx="5362003" cy="3738562"/>
          </a:xfrm>
          <a:solidFill>
            <a:srgbClr val="DA291C"/>
          </a:solidFill>
        </p:grpSpPr>
        <p:sp>
          <p:nvSpPr>
            <p:cNvPr id="9" name="Freeform: Shape 22">
              <a:extLst>
                <a:ext uri="{FF2B5EF4-FFF2-40B4-BE49-F238E27FC236}">
                  <a16:creationId xmlns:a16="http://schemas.microsoft.com/office/drawing/2014/main" id="{564613CB-7C68-5396-4E07-7B0A1318192D}"/>
                </a:ext>
              </a:extLst>
            </p:cNvPr>
            <p:cNvSpPr/>
            <p:nvPr/>
          </p:nvSpPr>
          <p:spPr>
            <a:xfrm>
              <a:off x="6326790" y="2037882"/>
              <a:ext cx="1714200" cy="2924642"/>
            </a:xfrm>
            <a:custGeom>
              <a:avLst/>
              <a:gdLst>
                <a:gd name="connsiteX0" fmla="*/ 0 w 1714200"/>
                <a:gd name="connsiteY0" fmla="*/ 1557424 h 2924642"/>
                <a:gd name="connsiteX1" fmla="*/ 16288 w 1714200"/>
                <a:gd name="connsiteY1" fmla="*/ 1557424 h 2924642"/>
                <a:gd name="connsiteX2" fmla="*/ 658463 w 1714200"/>
                <a:gd name="connsiteY2" fmla="*/ 1557424 h 2924642"/>
                <a:gd name="connsiteX3" fmla="*/ 1153477 w 1714200"/>
                <a:gd name="connsiteY3" fmla="*/ 1142229 h 2924642"/>
                <a:gd name="connsiteX4" fmla="*/ 750475 w 1714200"/>
                <a:gd name="connsiteY4" fmla="*/ 562538 h 2924642"/>
                <a:gd name="connsiteX5" fmla="*/ 653129 w 1714200"/>
                <a:gd name="connsiteY5" fmla="*/ 553775 h 2924642"/>
                <a:gd name="connsiteX6" fmla="*/ 292703 w 1714200"/>
                <a:gd name="connsiteY6" fmla="*/ 553394 h 2924642"/>
                <a:gd name="connsiteX7" fmla="*/ 277273 w 1714200"/>
                <a:gd name="connsiteY7" fmla="*/ 553394 h 2924642"/>
                <a:gd name="connsiteX8" fmla="*/ 277273 w 1714200"/>
                <a:gd name="connsiteY8" fmla="*/ 944 h 2924642"/>
                <a:gd name="connsiteX9" fmla="*/ 289655 w 1714200"/>
                <a:gd name="connsiteY9" fmla="*/ 372 h 2924642"/>
                <a:gd name="connsiteX10" fmla="*/ 658082 w 1714200"/>
                <a:gd name="connsiteY10" fmla="*/ 563 h 2924642"/>
                <a:gd name="connsiteX11" fmla="*/ 1383221 w 1714200"/>
                <a:gd name="connsiteY11" fmla="*/ 288694 h 2924642"/>
                <a:gd name="connsiteX12" fmla="*/ 1691164 w 1714200"/>
                <a:gd name="connsiteY12" fmla="*/ 835810 h 2924642"/>
                <a:gd name="connsiteX13" fmla="*/ 1712690 w 1714200"/>
                <a:gd name="connsiteY13" fmla="*/ 1107558 h 2924642"/>
                <a:gd name="connsiteX14" fmla="*/ 1424749 w 1714200"/>
                <a:gd name="connsiteY14" fmla="*/ 1780690 h 2924642"/>
                <a:gd name="connsiteX15" fmla="*/ 847915 w 1714200"/>
                <a:gd name="connsiteY15" fmla="*/ 2093205 h 2924642"/>
                <a:gd name="connsiteX16" fmla="*/ 631317 w 1714200"/>
                <a:gd name="connsiteY16" fmla="*/ 2109493 h 2924642"/>
                <a:gd name="connsiteX17" fmla="*/ 562927 w 1714200"/>
                <a:gd name="connsiteY17" fmla="*/ 2109302 h 2924642"/>
                <a:gd name="connsiteX18" fmla="*/ 552545 w 1714200"/>
                <a:gd name="connsiteY18" fmla="*/ 2119780 h 2924642"/>
                <a:gd name="connsiteX19" fmla="*/ 552545 w 1714200"/>
                <a:gd name="connsiteY19" fmla="*/ 2128924 h 2924642"/>
                <a:gd name="connsiteX20" fmla="*/ 552545 w 1714200"/>
                <a:gd name="connsiteY20" fmla="*/ 2907783 h 2924642"/>
                <a:gd name="connsiteX21" fmla="*/ 552545 w 1714200"/>
                <a:gd name="connsiteY21" fmla="*/ 2924642 h 2924642"/>
                <a:gd name="connsiteX22" fmla="*/ 95 w 1714200"/>
                <a:gd name="connsiteY22" fmla="*/ 2924642 h 2924642"/>
                <a:gd name="connsiteX23" fmla="*/ 95 w 1714200"/>
                <a:gd name="connsiteY23" fmla="*/ 1557424 h 29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14200" h="2924642">
                  <a:moveTo>
                    <a:pt x="0" y="1557424"/>
                  </a:moveTo>
                  <a:cubicBezTo>
                    <a:pt x="6477" y="1557424"/>
                    <a:pt x="11335" y="1557424"/>
                    <a:pt x="16288" y="1557424"/>
                  </a:cubicBezTo>
                  <a:cubicBezTo>
                    <a:pt x="230314" y="1557424"/>
                    <a:pt x="444341" y="1557424"/>
                    <a:pt x="658463" y="1557424"/>
                  </a:cubicBezTo>
                  <a:cubicBezTo>
                    <a:pt x="901922" y="1557424"/>
                    <a:pt x="1110901" y="1382069"/>
                    <a:pt x="1153477" y="1142229"/>
                  </a:cubicBezTo>
                  <a:cubicBezTo>
                    <a:pt x="1201388" y="872005"/>
                    <a:pt x="1019461" y="609782"/>
                    <a:pt x="750475" y="562538"/>
                  </a:cubicBezTo>
                  <a:cubicBezTo>
                    <a:pt x="718471" y="556918"/>
                    <a:pt x="685609" y="554060"/>
                    <a:pt x="653129" y="553775"/>
                  </a:cubicBezTo>
                  <a:cubicBezTo>
                    <a:pt x="533019" y="552727"/>
                    <a:pt x="412813" y="553394"/>
                    <a:pt x="292703" y="553394"/>
                  </a:cubicBezTo>
                  <a:lnTo>
                    <a:pt x="277273" y="553394"/>
                  </a:lnTo>
                  <a:lnTo>
                    <a:pt x="277273" y="944"/>
                  </a:lnTo>
                  <a:cubicBezTo>
                    <a:pt x="281559" y="753"/>
                    <a:pt x="285559" y="372"/>
                    <a:pt x="289655" y="372"/>
                  </a:cubicBezTo>
                  <a:cubicBezTo>
                    <a:pt x="412432" y="372"/>
                    <a:pt x="535305" y="-580"/>
                    <a:pt x="658082" y="563"/>
                  </a:cubicBezTo>
                  <a:cubicBezTo>
                    <a:pt x="936784" y="3134"/>
                    <a:pt x="1179862" y="97527"/>
                    <a:pt x="1383221" y="288694"/>
                  </a:cubicBezTo>
                  <a:cubicBezTo>
                    <a:pt x="1542669" y="438522"/>
                    <a:pt x="1645348" y="621402"/>
                    <a:pt x="1691164" y="835810"/>
                  </a:cubicBezTo>
                  <a:cubicBezTo>
                    <a:pt x="1710404" y="925440"/>
                    <a:pt x="1717643" y="1016213"/>
                    <a:pt x="1712690" y="1107558"/>
                  </a:cubicBezTo>
                  <a:cubicBezTo>
                    <a:pt x="1698593" y="1366733"/>
                    <a:pt x="1603248" y="1592095"/>
                    <a:pt x="1424749" y="1780690"/>
                  </a:cubicBezTo>
                  <a:cubicBezTo>
                    <a:pt x="1266920" y="1947473"/>
                    <a:pt x="1074134" y="2051676"/>
                    <a:pt x="847915" y="2093205"/>
                  </a:cubicBezTo>
                  <a:cubicBezTo>
                    <a:pt x="776288" y="2106350"/>
                    <a:pt x="703993" y="2110731"/>
                    <a:pt x="631317" y="2109493"/>
                  </a:cubicBezTo>
                  <a:cubicBezTo>
                    <a:pt x="608552" y="2109112"/>
                    <a:pt x="585692" y="2109683"/>
                    <a:pt x="562927" y="2109302"/>
                  </a:cubicBezTo>
                  <a:cubicBezTo>
                    <a:pt x="555022" y="2109207"/>
                    <a:pt x="551593" y="2111684"/>
                    <a:pt x="552545" y="2119780"/>
                  </a:cubicBezTo>
                  <a:cubicBezTo>
                    <a:pt x="552926" y="2122733"/>
                    <a:pt x="552545" y="2125876"/>
                    <a:pt x="552545" y="2128924"/>
                  </a:cubicBezTo>
                  <a:cubicBezTo>
                    <a:pt x="552545" y="2388575"/>
                    <a:pt x="552545" y="2648132"/>
                    <a:pt x="552545" y="2907783"/>
                  </a:cubicBezTo>
                  <a:cubicBezTo>
                    <a:pt x="552545" y="2913117"/>
                    <a:pt x="552545" y="2918356"/>
                    <a:pt x="552545" y="2924642"/>
                  </a:cubicBezTo>
                  <a:lnTo>
                    <a:pt x="95" y="2924642"/>
                  </a:lnTo>
                  <a:lnTo>
                    <a:pt x="95" y="155742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0" name="Freeform: Shape 23">
              <a:extLst>
                <a:ext uri="{FF2B5EF4-FFF2-40B4-BE49-F238E27FC236}">
                  <a16:creationId xmlns:a16="http://schemas.microsoft.com/office/drawing/2014/main" id="{85796B47-CFC0-C297-6429-424DE6A65983}"/>
                </a:ext>
              </a:extLst>
            </p:cNvPr>
            <p:cNvSpPr/>
            <p:nvPr/>
          </p:nvSpPr>
          <p:spPr>
            <a:xfrm>
              <a:off x="3414712" y="1223962"/>
              <a:ext cx="1713050" cy="2923604"/>
            </a:xfrm>
            <a:custGeom>
              <a:avLst/>
              <a:gdLst>
                <a:gd name="connsiteX0" fmla="*/ 276320 w 1713050"/>
                <a:gd name="connsiteY0" fmla="*/ 2923413 h 2923604"/>
                <a:gd name="connsiteX1" fmla="*/ 276320 w 1713050"/>
                <a:gd name="connsiteY1" fmla="*/ 2371439 h 2923604"/>
                <a:gd name="connsiteX2" fmla="*/ 291179 w 1713050"/>
                <a:gd name="connsiteY2" fmla="*/ 2371439 h 2923604"/>
                <a:gd name="connsiteX3" fmla="*/ 657320 w 1713050"/>
                <a:gd name="connsiteY3" fmla="*/ 2371439 h 2923604"/>
                <a:gd name="connsiteX4" fmla="*/ 1151192 w 1713050"/>
                <a:gd name="connsiteY4" fmla="*/ 1966817 h 2923604"/>
                <a:gd name="connsiteX5" fmla="*/ 749237 w 1713050"/>
                <a:gd name="connsiteY5" fmla="*/ 1376458 h 2923604"/>
                <a:gd name="connsiteX6" fmla="*/ 654177 w 1713050"/>
                <a:gd name="connsiteY6" fmla="*/ 1367790 h 2923604"/>
                <a:gd name="connsiteX7" fmla="*/ 15431 w 1713050"/>
                <a:gd name="connsiteY7" fmla="*/ 1367409 h 2923604"/>
                <a:gd name="connsiteX8" fmla="*/ 0 w 1713050"/>
                <a:gd name="connsiteY8" fmla="*/ 1367409 h 2923604"/>
                <a:gd name="connsiteX9" fmla="*/ 0 w 1713050"/>
                <a:gd name="connsiteY9" fmla="*/ 0 h 2923604"/>
                <a:gd name="connsiteX10" fmla="*/ 551021 w 1713050"/>
                <a:gd name="connsiteY10" fmla="*/ 0 h 2923604"/>
                <a:gd name="connsiteX11" fmla="*/ 551688 w 1713050"/>
                <a:gd name="connsiteY11" fmla="*/ 15431 h 2923604"/>
                <a:gd name="connsiteX12" fmla="*/ 551688 w 1713050"/>
                <a:gd name="connsiteY12" fmla="*/ 794290 h 2923604"/>
                <a:gd name="connsiteX13" fmla="*/ 551688 w 1713050"/>
                <a:gd name="connsiteY13" fmla="*/ 805720 h 2923604"/>
                <a:gd name="connsiteX14" fmla="*/ 560356 w 1713050"/>
                <a:gd name="connsiteY14" fmla="*/ 814388 h 2923604"/>
                <a:gd name="connsiteX15" fmla="*/ 605981 w 1713050"/>
                <a:gd name="connsiteY15" fmla="*/ 814388 h 2923604"/>
                <a:gd name="connsiteX16" fmla="*/ 803815 w 1713050"/>
                <a:gd name="connsiteY16" fmla="*/ 824675 h 2923604"/>
                <a:gd name="connsiteX17" fmla="*/ 1114425 w 1713050"/>
                <a:gd name="connsiteY17" fmla="*/ 917638 h 2923604"/>
                <a:gd name="connsiteX18" fmla="*/ 1411224 w 1713050"/>
                <a:gd name="connsiteY18" fmla="*/ 1130332 h 2923604"/>
                <a:gd name="connsiteX19" fmla="*/ 1696307 w 1713050"/>
                <a:gd name="connsiteY19" fmla="*/ 1682306 h 2923604"/>
                <a:gd name="connsiteX20" fmla="*/ 1429322 w 1713050"/>
                <a:gd name="connsiteY20" fmla="*/ 2588800 h 2923604"/>
                <a:gd name="connsiteX21" fmla="*/ 866204 w 1713050"/>
                <a:gd name="connsiteY21" fmla="*/ 2903887 h 2923604"/>
                <a:gd name="connsiteX22" fmla="*/ 670465 w 1713050"/>
                <a:gd name="connsiteY22" fmla="*/ 2923604 h 2923604"/>
                <a:gd name="connsiteX23" fmla="*/ 291751 w 1713050"/>
                <a:gd name="connsiteY23" fmla="*/ 2923604 h 2923604"/>
                <a:gd name="connsiteX24" fmla="*/ 276416 w 1713050"/>
                <a:gd name="connsiteY24" fmla="*/ 2923604 h 292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13050" h="2923604">
                  <a:moveTo>
                    <a:pt x="276320" y="2923413"/>
                  </a:moveTo>
                  <a:lnTo>
                    <a:pt x="276320" y="2371439"/>
                  </a:lnTo>
                  <a:lnTo>
                    <a:pt x="291179" y="2371439"/>
                  </a:lnTo>
                  <a:cubicBezTo>
                    <a:pt x="413195" y="2371439"/>
                    <a:pt x="535305" y="2371439"/>
                    <a:pt x="657320" y="2371439"/>
                  </a:cubicBezTo>
                  <a:cubicBezTo>
                    <a:pt x="897065" y="2371439"/>
                    <a:pt x="1104233" y="2201704"/>
                    <a:pt x="1151192" y="1966817"/>
                  </a:cubicBezTo>
                  <a:cubicBezTo>
                    <a:pt x="1205770" y="1693736"/>
                    <a:pt x="1023557" y="1425607"/>
                    <a:pt x="749237" y="1376458"/>
                  </a:cubicBezTo>
                  <a:cubicBezTo>
                    <a:pt x="717995" y="1370838"/>
                    <a:pt x="685895" y="1367885"/>
                    <a:pt x="654177" y="1367790"/>
                  </a:cubicBezTo>
                  <a:cubicBezTo>
                    <a:pt x="441293" y="1367028"/>
                    <a:pt x="228314" y="1367409"/>
                    <a:pt x="15431" y="1367409"/>
                  </a:cubicBezTo>
                  <a:lnTo>
                    <a:pt x="0" y="1367409"/>
                  </a:lnTo>
                  <a:lnTo>
                    <a:pt x="0" y="0"/>
                  </a:lnTo>
                  <a:lnTo>
                    <a:pt x="551021" y="0"/>
                  </a:lnTo>
                  <a:cubicBezTo>
                    <a:pt x="551212" y="5144"/>
                    <a:pt x="551688" y="10287"/>
                    <a:pt x="551688" y="15431"/>
                  </a:cubicBezTo>
                  <a:cubicBezTo>
                    <a:pt x="551688" y="275082"/>
                    <a:pt x="551688" y="534734"/>
                    <a:pt x="551688" y="794290"/>
                  </a:cubicBezTo>
                  <a:cubicBezTo>
                    <a:pt x="551688" y="798100"/>
                    <a:pt x="551974" y="801910"/>
                    <a:pt x="551688" y="805720"/>
                  </a:cubicBezTo>
                  <a:cubicBezTo>
                    <a:pt x="551212" y="812102"/>
                    <a:pt x="553974" y="814483"/>
                    <a:pt x="560356" y="814388"/>
                  </a:cubicBezTo>
                  <a:cubicBezTo>
                    <a:pt x="575596" y="814102"/>
                    <a:pt x="590741" y="814388"/>
                    <a:pt x="605981" y="814388"/>
                  </a:cubicBezTo>
                  <a:cubicBezTo>
                    <a:pt x="672084" y="814388"/>
                    <a:pt x="738092" y="815626"/>
                    <a:pt x="803815" y="824675"/>
                  </a:cubicBezTo>
                  <a:cubicBezTo>
                    <a:pt x="912209" y="839629"/>
                    <a:pt x="1015746" y="870395"/>
                    <a:pt x="1114425" y="917638"/>
                  </a:cubicBezTo>
                  <a:cubicBezTo>
                    <a:pt x="1225868" y="970979"/>
                    <a:pt x="1325023" y="1041940"/>
                    <a:pt x="1411224" y="1130332"/>
                  </a:cubicBezTo>
                  <a:cubicBezTo>
                    <a:pt x="1562291" y="1285208"/>
                    <a:pt x="1660970" y="1468469"/>
                    <a:pt x="1696307" y="1682306"/>
                  </a:cubicBezTo>
                  <a:cubicBezTo>
                    <a:pt x="1753076" y="2026539"/>
                    <a:pt x="1665827" y="2330863"/>
                    <a:pt x="1429322" y="2588800"/>
                  </a:cubicBezTo>
                  <a:cubicBezTo>
                    <a:pt x="1276826" y="2755106"/>
                    <a:pt x="1087279" y="2858738"/>
                    <a:pt x="866204" y="2903887"/>
                  </a:cubicBezTo>
                  <a:cubicBezTo>
                    <a:pt x="801719" y="2917031"/>
                    <a:pt x="736378" y="2923699"/>
                    <a:pt x="670465" y="2923604"/>
                  </a:cubicBezTo>
                  <a:cubicBezTo>
                    <a:pt x="544259" y="2923413"/>
                    <a:pt x="418052" y="2923604"/>
                    <a:pt x="291751" y="2923604"/>
                  </a:cubicBezTo>
                  <a:lnTo>
                    <a:pt x="276416" y="2923604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1" name="Freeform: Shape 24">
              <a:extLst>
                <a:ext uri="{FF2B5EF4-FFF2-40B4-BE49-F238E27FC236}">
                  <a16:creationId xmlns:a16="http://schemas.microsoft.com/office/drawing/2014/main" id="{CB33559E-AEB1-3417-CFFB-13E1EC8EBD38}"/>
                </a:ext>
              </a:extLst>
            </p:cNvPr>
            <p:cNvSpPr/>
            <p:nvPr/>
          </p:nvSpPr>
          <p:spPr>
            <a:xfrm>
              <a:off x="5430202" y="2035872"/>
              <a:ext cx="551783" cy="2105310"/>
            </a:xfrm>
            <a:custGeom>
              <a:avLst/>
              <a:gdLst>
                <a:gd name="connsiteX0" fmla="*/ 551783 w 551783"/>
                <a:gd name="connsiteY0" fmla="*/ 0 h 2105310"/>
                <a:gd name="connsiteX1" fmla="*/ 551783 w 551783"/>
                <a:gd name="connsiteY1" fmla="*/ 2105311 h 2105310"/>
                <a:gd name="connsiteX2" fmla="*/ 0 w 551783"/>
                <a:gd name="connsiteY2" fmla="*/ 2105311 h 2105310"/>
                <a:gd name="connsiteX3" fmla="*/ 0 w 551783"/>
                <a:gd name="connsiteY3" fmla="*/ 0 h 2105310"/>
                <a:gd name="connsiteX4" fmla="*/ 551783 w 551783"/>
                <a:gd name="connsiteY4" fmla="*/ 0 h 210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1783" h="2105310">
                  <a:moveTo>
                    <a:pt x="551783" y="0"/>
                  </a:moveTo>
                  <a:lnTo>
                    <a:pt x="551783" y="2105311"/>
                  </a:lnTo>
                  <a:lnTo>
                    <a:pt x="0" y="2105311"/>
                  </a:lnTo>
                  <a:lnTo>
                    <a:pt x="0" y="0"/>
                  </a:lnTo>
                  <a:lnTo>
                    <a:pt x="551783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AEA72819-8304-F1EC-1DBC-46D950F87348}"/>
                </a:ext>
              </a:extLst>
            </p:cNvPr>
            <p:cNvSpPr/>
            <p:nvPr/>
          </p:nvSpPr>
          <p:spPr>
            <a:xfrm>
              <a:off x="8225979" y="3593115"/>
              <a:ext cx="550735" cy="548068"/>
            </a:xfrm>
            <a:custGeom>
              <a:avLst/>
              <a:gdLst>
                <a:gd name="connsiteX0" fmla="*/ 0 w 550735"/>
                <a:gd name="connsiteY0" fmla="*/ 0 h 548068"/>
                <a:gd name="connsiteX1" fmla="*/ 550736 w 550735"/>
                <a:gd name="connsiteY1" fmla="*/ 0 h 548068"/>
                <a:gd name="connsiteX2" fmla="*/ 550736 w 550735"/>
                <a:gd name="connsiteY2" fmla="*/ 548068 h 548068"/>
                <a:gd name="connsiteX3" fmla="*/ 0 w 550735"/>
                <a:gd name="connsiteY3" fmla="*/ 548068 h 548068"/>
                <a:gd name="connsiteX4" fmla="*/ 0 w 550735"/>
                <a:gd name="connsiteY4" fmla="*/ 0 h 54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735" h="548068">
                  <a:moveTo>
                    <a:pt x="0" y="0"/>
                  </a:moveTo>
                  <a:lnTo>
                    <a:pt x="550736" y="0"/>
                  </a:lnTo>
                  <a:lnTo>
                    <a:pt x="550736" y="548068"/>
                  </a:lnTo>
                  <a:lnTo>
                    <a:pt x="0" y="548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29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latin typeface="Work Sans" pitchFamily="2" charset="0"/>
              </a:endParaRPr>
            </a:p>
          </p:txBody>
        </p:sp>
      </p:grpSp>
      <p:sp>
        <p:nvSpPr>
          <p:cNvPr id="15" name="Segnaposto titolo 4">
            <a:extLst>
              <a:ext uri="{FF2B5EF4-FFF2-40B4-BE49-F238E27FC236}">
                <a16:creationId xmlns:a16="http://schemas.microsoft.com/office/drawing/2014/main" id="{5045E15F-418D-06F1-8DFC-B560473EA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99" y="307439"/>
            <a:ext cx="11655631" cy="4985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CV Templates</a:t>
            </a:r>
            <a:endParaRPr lang="en-GB"/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A7C2A6B6-BC57-A848-BCBC-F568702BD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99" y="934720"/>
            <a:ext cx="11655631" cy="54470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0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3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539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C2340"/>
          </a:solidFill>
          <a:latin typeface="Work Sans Light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None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rabi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+mj-lt"/>
        <a:buAutoNum type="alphaUcPeriod"/>
        <a:defRPr sz="1000" kern="1200">
          <a:solidFill>
            <a:srgbClr val="0C2340"/>
          </a:solidFill>
          <a:latin typeface="Work Sans" pitchFamily="2" charset="0"/>
          <a:ea typeface="+mn-ea"/>
          <a:cs typeface="+mn-cs"/>
        </a:defRPr>
      </a:lvl3pPr>
      <a:lvl4pPr marL="15430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DA291C"/>
        </a:buClr>
        <a:buFont typeface="Wingdings" panose="05000000000000000000" pitchFamily="2" charset="2"/>
        <a:buChar char="§"/>
        <a:defRPr sz="1000" kern="1200">
          <a:solidFill>
            <a:srgbClr val="DA291C"/>
          </a:solidFill>
          <a:latin typeface="Work Sans" pitchFamily="2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Work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20">
          <p15:clr>
            <a:srgbClr val="F26B43"/>
          </p15:clr>
        </p15:guide>
        <p15:guide id="2" pos="166">
          <p15:clr>
            <a:srgbClr val="F26B43"/>
          </p15:clr>
        </p15:guide>
        <p15:guide id="3" pos="7514">
          <p15:clr>
            <a:srgbClr val="F26B43"/>
          </p15:clr>
        </p15:guide>
        <p15:guide id="4" orient="horz" pos="1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rief employee bio">
            <a:extLst>
              <a:ext uri="{FF2B5EF4-FFF2-40B4-BE49-F238E27FC236}">
                <a16:creationId xmlns:a16="http://schemas.microsoft.com/office/drawing/2014/main" id="{259EF3BA-3FA0-7BC6-57C0-7EB6AED963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39523" y="1370368"/>
            <a:ext cx="2082818" cy="2642817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XXX</a:t>
            </a:r>
            <a:endParaRPr lang="en-US" dirty="0">
              <a:solidFill>
                <a:schemeClr val="tx1"/>
              </a:solidFill>
              <a:latin typeface="Work Sans"/>
            </a:endParaRPr>
          </a:p>
        </p:txBody>
      </p:sp>
      <p:sp>
        <p:nvSpPr>
          <p:cNvPr id="53" name="employee experience">
            <a:extLst>
              <a:ext uri="{FF2B5EF4-FFF2-40B4-BE49-F238E27FC236}">
                <a16:creationId xmlns:a16="http://schemas.microsoft.com/office/drawing/2014/main" id="{799CD3FD-90DC-BD42-C53F-8DFA8F582F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0" y="1370368"/>
            <a:ext cx="6911975" cy="5294592"/>
          </a:xfrm>
        </p:spPr>
        <p:txBody>
          <a:bodyPr/>
          <a:lstStyle/>
          <a:p>
            <a:pPr>
              <a:lnSpc>
                <a:spcPts val="1100"/>
              </a:lnSpc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
XXX</a:t>
            </a:r>
          </a:p>
        </p:txBody>
      </p:sp>
      <p:sp>
        <p:nvSpPr>
          <p:cNvPr id="13" name="employee title and industry">
            <a:extLst>
              <a:ext uri="{FF2B5EF4-FFF2-40B4-BE49-F238E27FC236}">
                <a16:creationId xmlns:a16="http://schemas.microsoft.com/office/drawing/2014/main" id="{6B20F090-0D75-7D6E-1958-3D74191FF59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71555" y="752739"/>
            <a:ext cx="8680623" cy="355019"/>
          </a:xfrm>
        </p:spPr>
        <p:txBody>
          <a:bodyPr anchor="t"/>
          <a:lstStyle/>
          <a:p>
            <a:pPr>
              <a:spcAft>
                <a:spcPts val="300"/>
              </a:spcAft>
            </a:pPr>
            <a:r>
              <a:rPr lang="pt-BR" sz="1600" dirty="0">
                <a:solidFill>
                  <a:srgbClr val="DA291C"/>
                </a:solidFill>
                <a:latin typeface="Work Sans"/>
              </a:rPr>
              <a:t>XXX</a:t>
            </a:r>
            <a:endParaRPr lang="en-GB" sz="1600" dirty="0">
              <a:solidFill>
                <a:srgbClr val="DA291C"/>
              </a:solidFill>
              <a:latin typeface="Work Sans"/>
            </a:endParaRPr>
          </a:p>
        </p:txBody>
      </p:sp>
      <p:sp>
        <p:nvSpPr>
          <p:cNvPr id="14" name="employee name">
            <a:extLst>
              <a:ext uri="{FF2B5EF4-FFF2-40B4-BE49-F238E27FC236}">
                <a16:creationId xmlns:a16="http://schemas.microsoft.com/office/drawing/2014/main" id="{E6DD6907-E1A5-132E-9054-FC3936F36E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0013" y="359374"/>
            <a:ext cx="9288462" cy="355019"/>
          </a:xfrm>
        </p:spPr>
        <p:txBody>
          <a:bodyPr/>
          <a:lstStyle/>
          <a:p>
            <a:r>
              <a:rPr lang="pt-BR" sz="3600" dirty="0"/>
              <a:t>XXX</a:t>
            </a:r>
            <a:endParaRPr lang="en-GB" sz="3600" dirty="0"/>
          </a:p>
        </p:txBody>
      </p:sp>
      <p:sp>
        <p:nvSpPr>
          <p:cNvPr id="20" name="employee skill 1">
            <a:extLst>
              <a:ext uri="{FF2B5EF4-FFF2-40B4-BE49-F238E27FC236}">
                <a16:creationId xmlns:a16="http://schemas.microsoft.com/office/drawing/2014/main" id="{4680DE41-63CC-23EB-75D3-52F34654C8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4802268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1" name="employee skill 2">
            <a:extLst>
              <a:ext uri="{FF2B5EF4-FFF2-40B4-BE49-F238E27FC236}">
                <a16:creationId xmlns:a16="http://schemas.microsoft.com/office/drawing/2014/main" id="{6416B2A3-1261-629C-9E70-680A362EC7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5253044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3" name="employee skill 3">
            <a:extLst>
              <a:ext uri="{FF2B5EF4-FFF2-40B4-BE49-F238E27FC236}">
                <a16:creationId xmlns:a16="http://schemas.microsoft.com/office/drawing/2014/main" id="{AC26F289-17E6-4FF7-7016-6B9117AB339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5703821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4" name="employee skill 4">
            <a:extLst>
              <a:ext uri="{FF2B5EF4-FFF2-40B4-BE49-F238E27FC236}">
                <a16:creationId xmlns:a16="http://schemas.microsoft.com/office/drawing/2014/main" id="{88604B67-51D3-1141-548C-04D7B5D1C61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48703" y="6154598"/>
            <a:ext cx="1855456" cy="319929"/>
          </a:xfrm>
        </p:spPr>
        <p:txBody>
          <a:bodyPr/>
          <a:lstStyle/>
          <a:p>
            <a:pPr marL="171450" indent="-171450">
              <a:buFont typeface="Work Sans" pitchFamily="2" charset="0"/>
              <a:buChar char="→"/>
            </a:pPr>
            <a:r>
              <a:rPr lang="en-GB" dirty="0">
                <a:solidFill>
                  <a:schemeClr val="tx1"/>
                </a:solidFill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4074527016"/>
      </p:ext>
    </p:extLst>
  </p:cSld>
  <p:clrMapOvr>
    <a:masterClrMapping/>
  </p:clrMapOvr>
</p:sld>
</file>

<file path=ppt/theme/theme1.xml><?xml version="1.0" encoding="utf-8"?>
<a:theme xmlns:a="http://schemas.openxmlformats.org/drawingml/2006/main" name="CV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DA291C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solidFill>
              <a:srgbClr val="0C2340"/>
            </a:solidFill>
            <a:latin typeface="Work Sans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01_BIP PRESENTATIONS TEMPLATE LONG_EDITABLE" id="{A81ABF67-35B9-4351-851E-F0230C4330FA}" vid="{3A3207B9-6952-466B-8A4E-FADC36C4A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b1a63eb-eb09-471a-a005-37b07792a5b5}" enabled="0" method="" siteId="{bb1a63eb-eb09-471a-a005-37b07792a5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81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Arial</vt:lpstr>
      <vt:lpstr>Calibri</vt:lpstr>
      <vt:lpstr>Wingdings</vt:lpstr>
      <vt:lpstr>Work Sans</vt:lpstr>
      <vt:lpstr>Work Sans Light</vt:lpstr>
      <vt:lpstr>Work Sans SemiBold</vt:lpstr>
      <vt:lpstr>CV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Pensa, Matthew (Bip.Monticello)</dc:creator>
  <cp:lastModifiedBy>Pensa, Matthew (Bip.Monticello)</cp:lastModifiedBy>
  <cp:revision>15</cp:revision>
  <dcterms:created xsi:type="dcterms:W3CDTF">2025-09-21T14:49:44Z</dcterms:created>
  <dcterms:modified xsi:type="dcterms:W3CDTF">2025-10-23T18:31:13Z</dcterms:modified>
</cp:coreProperties>
</file>