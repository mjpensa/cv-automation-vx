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285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52966-5A9D-4A28-81A4-127BC3BF750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701EE-71F3-40C8-83CE-48E7C758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Pros: Increased input area on right side for Professional Experience; but not as much as 148.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Pros: Increased input area for Bio.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Pros: Name / Role header looks more prominent.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Pros: Look and Feel: “Bio” and “Professional Background” sections are aligned vertically.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Cons: Less text input box size for professional background compared to slide 148.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20C7CF-0BF8-42CF-9275-44B54A9B3D1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06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Academic BG-Interests-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8CC20E3-A62E-78C3-CB0F-9FA4B19408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FD9E4-718E-2EE6-D2BE-ED17521732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4" y="898579"/>
            <a:ext cx="6540501" cy="184666"/>
          </a:xfrm>
        </p:spPr>
        <p:txBody>
          <a:bodyPr anchor="b">
            <a:noAutofit/>
          </a:bodyPr>
          <a:lstStyle>
            <a:lvl1pPr>
              <a:defRPr sz="1200">
                <a:solidFill>
                  <a:srgbClr val="DA291C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312774"/>
            <a:ext cx="6551612" cy="518173"/>
          </a:xfrm>
        </p:spPr>
        <p:txBody>
          <a:bodyPr anchor="b">
            <a:noAutofit/>
          </a:bodyPr>
          <a:lstStyle>
            <a:lvl1pPr>
              <a:defRPr sz="3600"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46631" y="1322289"/>
            <a:ext cx="2068370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322289"/>
            <a:ext cx="843527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0B99D-B996-C718-D026-A9A0F59DA67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46863" y="3038385"/>
            <a:ext cx="2068138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976938" y="2049520"/>
            <a:ext cx="58912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93103-F36E-2845-2509-7B9BEACE9B3F}"/>
              </a:ext>
            </a:extLst>
          </p:cNvPr>
          <p:cNvSpPr txBox="1"/>
          <p:nvPr userDrawn="1"/>
        </p:nvSpPr>
        <p:spPr>
          <a:xfrm>
            <a:off x="2640014" y="3038385"/>
            <a:ext cx="824546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Academic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76938" y="1577430"/>
            <a:ext cx="5891212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5976937" y="1348600"/>
            <a:ext cx="239260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1" y="4813317"/>
            <a:ext cx="843528" cy="3403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DB3EFD-9789-8E02-E084-6307C1761B4B}"/>
              </a:ext>
            </a:extLst>
          </p:cNvPr>
          <p:cNvCxnSpPr>
            <a:cxnSpLocks/>
          </p:cNvCxnSpPr>
          <p:nvPr userDrawn="1"/>
        </p:nvCxnSpPr>
        <p:spPr>
          <a:xfrm>
            <a:off x="2658640" y="2974117"/>
            <a:ext cx="3108960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58FDF2-8B7C-8CEE-EF56-9AAD17E772F2}"/>
              </a:ext>
            </a:extLst>
          </p:cNvPr>
          <p:cNvCxnSpPr>
            <a:cxnSpLocks/>
          </p:cNvCxnSpPr>
          <p:nvPr userDrawn="1"/>
        </p:nvCxnSpPr>
        <p:spPr>
          <a:xfrm>
            <a:off x="2658640" y="1283168"/>
            <a:ext cx="3108960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C0F804-E678-3D4F-3D64-FF165455F9DA}"/>
              </a:ext>
            </a:extLst>
          </p:cNvPr>
          <p:cNvCxnSpPr>
            <a:cxnSpLocks/>
          </p:cNvCxnSpPr>
          <p:nvPr userDrawn="1"/>
        </p:nvCxnSpPr>
        <p:spPr>
          <a:xfrm>
            <a:off x="2658640" y="4769520"/>
            <a:ext cx="3108960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3B59E8-3D3F-FF90-769A-040FE097051D}"/>
              </a:ext>
            </a:extLst>
          </p:cNvPr>
          <p:cNvCxnSpPr>
            <a:cxnSpLocks/>
          </p:cNvCxnSpPr>
          <p:nvPr userDrawn="1"/>
        </p:nvCxnSpPr>
        <p:spPr>
          <a:xfrm>
            <a:off x="5976938" y="1287640"/>
            <a:ext cx="5891212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31ADDB-3E59-F1DE-FAA3-4A6C3B3B60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20BA4F9-BADD-1678-B909-23048B4E15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76938" y="3696470"/>
            <a:ext cx="58912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021506DE-D669-B24F-F639-E1440838F2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76937" y="3224380"/>
            <a:ext cx="5891211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E602DFD-74DC-1ED4-ECCE-37C02F2772D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6938" y="5393414"/>
            <a:ext cx="58912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A29B3A3-31C9-D2D4-37D8-48A9F8092DC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76937" y="4921324"/>
            <a:ext cx="5891209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089030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Interests-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280681"/>
            <a:ext cx="1880353" cy="765516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659333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883150" y="1242502"/>
            <a:ext cx="6911975" cy="625500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3150" y="607605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83150" y="929513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86613" y="954111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4813836" y="357823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FC4D0A49-CC51-4724-F56C-4F47D0AE27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C46D7DF-89E4-875A-2950-9CDE7F935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8441E832-6C70-EDED-9FD0-1A0EA657B20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648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Interests-Professional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1376467"/>
            <a:ext cx="1871663" cy="263671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1735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16500" y="1376467"/>
            <a:ext cx="6911975" cy="5005282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</a:t>
            </a:r>
            <a:r>
              <a:rPr lang="en-GB" err="1"/>
              <a:t>magn</a:t>
            </a:r>
            <a:r>
              <a:rPr lang="en-GB"/>
              <a:t>.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44514F0-0C53-0496-3500-9F13594F742D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3660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271715-8CC9-1CCA-AE2D-0A3672D6F022}"/>
              </a:ext>
            </a:extLst>
          </p:cNvPr>
          <p:cNvSpPr txBox="1"/>
          <p:nvPr userDrawn="1"/>
        </p:nvSpPr>
        <p:spPr>
          <a:xfrm>
            <a:off x="5016500" y="1173558"/>
            <a:ext cx="2232025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Professional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E452D4B-FD06-BEBE-4A82-9659721F00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40013" y="312774"/>
            <a:ext cx="5875337" cy="43626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4400"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D09C9D-0F0C-E6AC-A9A8-1390A48755A8}"/>
              </a:ext>
            </a:extLst>
          </p:cNvPr>
          <p:cNvGrpSpPr/>
          <p:nvPr userDrawn="1"/>
        </p:nvGrpSpPr>
        <p:grpSpPr>
          <a:xfrm>
            <a:off x="-1" y="2485348"/>
            <a:ext cx="2196985" cy="4393969"/>
            <a:chOff x="-15876" y="2481435"/>
            <a:chExt cx="2212861" cy="4425722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6317C01-D2BA-0F42-DE59-BF523EAAAC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5876" y="4694296"/>
              <a:ext cx="2212861" cy="221286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C6CDF2C-F840-999C-9065-D002080DBB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5876" y="2481435"/>
              <a:ext cx="2212861" cy="2212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9633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Academic BG-Interests-Projects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4" y="898579"/>
            <a:ext cx="6540501" cy="184666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312774"/>
            <a:ext cx="6551612" cy="518173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46630" y="1322289"/>
            <a:ext cx="3170095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322289"/>
            <a:ext cx="843527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0B99D-B996-C718-D026-A9A0F59DA67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46863" y="3038385"/>
            <a:ext cx="317855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319963" y="2897245"/>
            <a:ext cx="46085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93103-F36E-2845-2509-7B9BEACE9B3F}"/>
              </a:ext>
            </a:extLst>
          </p:cNvPr>
          <p:cNvSpPr txBox="1"/>
          <p:nvPr userDrawn="1"/>
        </p:nvSpPr>
        <p:spPr>
          <a:xfrm>
            <a:off x="2640014" y="3038385"/>
            <a:ext cx="824546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Academic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19963" y="181555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9963" y="25259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9944" y="255057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7319963" y="23438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9699944" y="23626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7319963" y="1348600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813317"/>
            <a:ext cx="4158077" cy="14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CEB895BD-CCCC-7B80-D00D-D70AC49A00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14078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4C3E9E86-8FDC-92E2-246B-19047AF422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4078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0C57DDA7-B943-B312-BA13-C41F8B17F8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4078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19963" y="5363565"/>
            <a:ext cx="4608512" cy="1018185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9963" y="428187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19963" y="499230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9944" y="501689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7319963" y="481019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9699944" y="482899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DB3EFD-9789-8E02-E084-6307C1761B4B}"/>
              </a:ext>
            </a:extLst>
          </p:cNvPr>
          <p:cNvCxnSpPr>
            <a:cxnSpLocks/>
          </p:cNvCxnSpPr>
          <p:nvPr userDrawn="1"/>
        </p:nvCxnSpPr>
        <p:spPr>
          <a:xfrm>
            <a:off x="2658640" y="2974117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58FDF2-8B7C-8CEE-EF56-9AAD17E772F2}"/>
              </a:ext>
            </a:extLst>
          </p:cNvPr>
          <p:cNvCxnSpPr>
            <a:cxnSpLocks/>
          </p:cNvCxnSpPr>
          <p:nvPr userDrawn="1"/>
        </p:nvCxnSpPr>
        <p:spPr>
          <a:xfrm>
            <a:off x="2658640" y="1283168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C0F804-E678-3D4F-3D64-FF165455F9DA}"/>
              </a:ext>
            </a:extLst>
          </p:cNvPr>
          <p:cNvCxnSpPr>
            <a:cxnSpLocks/>
          </p:cNvCxnSpPr>
          <p:nvPr userDrawn="1"/>
        </p:nvCxnSpPr>
        <p:spPr>
          <a:xfrm>
            <a:off x="2658640" y="4769520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3B59E8-3D3F-FF90-769A-040FE097051D}"/>
              </a:ext>
            </a:extLst>
          </p:cNvPr>
          <p:cNvCxnSpPr>
            <a:cxnSpLocks/>
          </p:cNvCxnSpPr>
          <p:nvPr userDrawn="1"/>
        </p:nvCxnSpPr>
        <p:spPr>
          <a:xfrm>
            <a:off x="7319963" y="1287640"/>
            <a:ext cx="4608512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0812C44-E882-D072-0FD1-2E8F5EC30307}"/>
              </a:ext>
            </a:extLst>
          </p:cNvPr>
          <p:cNvCxnSpPr>
            <a:cxnSpLocks/>
          </p:cNvCxnSpPr>
          <p:nvPr userDrawn="1"/>
        </p:nvCxnSpPr>
        <p:spPr>
          <a:xfrm>
            <a:off x="7319963" y="2177297"/>
            <a:ext cx="46085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448638-7E59-CB34-E901-7C4F55716378}"/>
              </a:ext>
            </a:extLst>
          </p:cNvPr>
          <p:cNvCxnSpPr>
            <a:cxnSpLocks/>
          </p:cNvCxnSpPr>
          <p:nvPr userDrawn="1"/>
        </p:nvCxnSpPr>
        <p:spPr>
          <a:xfrm>
            <a:off x="7319963" y="4608307"/>
            <a:ext cx="46085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5EF86504-5E24-2779-2561-8487547D70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4" cy="219698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AEDAA7C-3CAE-441B-DE5C-21DA44062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6"/>
            <a:ext cx="2196984" cy="2196984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F07864FA-966A-360C-7443-38C852F2BCB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7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Interests-Projects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5" y="1154096"/>
            <a:ext cx="1869241" cy="618593"/>
          </a:xfrm>
        </p:spPr>
        <p:txBody>
          <a:bodyPr anchor="t">
            <a:noAutofit/>
          </a:bodyPr>
          <a:lstStyle>
            <a:lvl1pPr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280681"/>
            <a:ext cx="1880353" cy="765516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16500" y="1709227"/>
            <a:ext cx="6911975" cy="625500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6500" y="883830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16500" y="1396238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19963" y="1420836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5016500" y="1214128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7319963" y="1232929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5016500" y="357823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chemeClr val="bg1"/>
                </a:solidFill>
                <a:latin typeface="Work Sans" pitchFamily="2" charset="0"/>
              </a:rPr>
              <a:t>Project Backgrounds</a:t>
            </a:r>
            <a:endParaRPr lang="en-GB" sz="1000" err="1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16500" y="371872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16500" y="289333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16500" y="340574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19963" y="343033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5016500" y="322363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7319963" y="324243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FA083622-9ED5-4732-9E8D-537A1F93C4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16500" y="577436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A021707D-B78F-8083-0B65-29B35D43DF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16500" y="494897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4B099147-DEC4-2DF7-0CA7-78FED9BA39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6500" y="54613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0D4E9AF-230D-005E-FE19-213EC5F21D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319963" y="548597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988B3F-5793-D36C-C18C-4A76E09CB51F}"/>
              </a:ext>
            </a:extLst>
          </p:cNvPr>
          <p:cNvSpPr txBox="1"/>
          <p:nvPr userDrawn="1"/>
        </p:nvSpPr>
        <p:spPr>
          <a:xfrm>
            <a:off x="5016500" y="52792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738507-CADE-66CA-4B1E-3E4B5FE31EC5}"/>
              </a:ext>
            </a:extLst>
          </p:cNvPr>
          <p:cNvSpPr txBox="1"/>
          <p:nvPr userDrawn="1"/>
        </p:nvSpPr>
        <p:spPr>
          <a:xfrm>
            <a:off x="7319963" y="52980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871E81-8036-A341-5E34-A971C9DAD8B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1090673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05D75E-C57D-6979-C806-9A221EBF6B42}"/>
              </a:ext>
            </a:extLst>
          </p:cNvPr>
          <p:cNvCxnSpPr>
            <a:cxnSpLocks/>
          </p:cNvCxnSpPr>
          <p:nvPr userDrawn="1"/>
        </p:nvCxnSpPr>
        <p:spPr>
          <a:xfrm>
            <a:off x="5016500" y="3100176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65C361-72AB-B94A-5BB5-9D21C47FEDE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5155816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F7E974-AFB6-C7F4-80C9-4770E4D967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192CFD4-162A-CA08-8EDD-76835C477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98828CCD-3A67-867C-91A8-E1634A0821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9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Interests-Professional BG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9BA5872-7F3D-CCD6-D83E-7939F8C0E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0" y="2111976"/>
            <a:ext cx="6911975" cy="426977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</a:t>
            </a:r>
            <a:r>
              <a:rPr lang="en-GB" err="1"/>
              <a:t>magn</a:t>
            </a:r>
            <a:r>
              <a:rPr lang="en-GB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C87F1-FE75-57D1-AE93-CD855A3EE1D0}"/>
              </a:ext>
            </a:extLst>
          </p:cNvPr>
          <p:cNvSpPr txBox="1"/>
          <p:nvPr userDrawn="1"/>
        </p:nvSpPr>
        <p:spPr>
          <a:xfrm>
            <a:off x="5016500" y="1897458"/>
            <a:ext cx="2232025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Professional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F0F31AC1-B6E1-704E-DA75-02DF31F9C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9963" y="296863"/>
            <a:ext cx="1871662" cy="1095057"/>
          </a:xfrm>
        </p:spPr>
        <p:txBody>
          <a:bodyPr anchor="b">
            <a:noAutofit/>
          </a:bodyPr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0B3E1DF-232C-8975-537E-CA49CCDEB9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40013" y="312774"/>
            <a:ext cx="4535487" cy="1131498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44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221E58-E929-DB00-7122-45FD244BEB6D}"/>
              </a:ext>
            </a:extLst>
          </p:cNvPr>
          <p:cNvGrpSpPr/>
          <p:nvPr userDrawn="1"/>
        </p:nvGrpSpPr>
        <p:grpSpPr>
          <a:xfrm>
            <a:off x="1" y="2485348"/>
            <a:ext cx="2196984" cy="4393968"/>
            <a:chOff x="5014912" y="2347912"/>
            <a:chExt cx="2162175" cy="432435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A1AE871-09F5-1B56-3AA7-17600DE46E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14912" y="2347912"/>
              <a:ext cx="2162175" cy="216217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DA134EF-B452-FA8E-B8D4-E5391F526A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4912" y="4510087"/>
              <a:ext cx="2162175" cy="2162175"/>
            </a:xfrm>
            <a:prstGeom prst="rect">
              <a:avLst/>
            </a:prstGeom>
          </p:spPr>
        </p:pic>
      </p:grpSp>
      <p:sp>
        <p:nvSpPr>
          <p:cNvPr id="5" name="Picture Placeholder 20">
            <a:extLst>
              <a:ext uri="{FF2B5EF4-FFF2-40B4-BE49-F238E27FC236}">
                <a16:creationId xmlns:a16="http://schemas.microsoft.com/office/drawing/2014/main" id="{BB2A6638-EFA2-79C0-69AC-8FD5D8A524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919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3">
            <a:extLst>
              <a:ext uri="{FF2B5EF4-FFF2-40B4-BE49-F238E27FC236}">
                <a16:creationId xmlns:a16="http://schemas.microsoft.com/office/drawing/2014/main" id="{EAA7F505-A066-801E-6085-CDEFFB329CEC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latin typeface="Work Sans" pitchFamily="2" charset="0"/>
              </a:rPr>
              <a:pPr algn="l"/>
              <a:t>‹#›</a:t>
            </a:fld>
            <a:endParaRPr lang="it-IT" sz="800">
              <a:latin typeface="Work Sans" pitchFamily="2" charset="0"/>
            </a:endParaRP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196034D5-72AE-8FB6-A6AE-99A7B24E2C9E}"/>
              </a:ext>
            </a:extLst>
          </p:cNvPr>
          <p:cNvGrpSpPr/>
          <p:nvPr userDrawn="1"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9" name="Freeform: Shape 22">
              <a:extLst>
                <a:ext uri="{FF2B5EF4-FFF2-40B4-BE49-F238E27FC236}">
                  <a16:creationId xmlns:a16="http://schemas.microsoft.com/office/drawing/2014/main" id="{564613CB-7C68-5396-4E07-7B0A1318192D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85796B47-CFC0-C297-6429-424DE6A6598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1" name="Freeform: Shape 24">
              <a:extLst>
                <a:ext uri="{FF2B5EF4-FFF2-40B4-BE49-F238E27FC236}">
                  <a16:creationId xmlns:a16="http://schemas.microsoft.com/office/drawing/2014/main" id="{CB33559E-AEB1-3417-CFFB-13E1EC8EBD38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AEA72819-8304-F1EC-1DBC-46D950F87348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  <p:sp>
        <p:nvSpPr>
          <p:cNvPr id="15" name="Segnaposto titolo 4">
            <a:extLst>
              <a:ext uri="{FF2B5EF4-FFF2-40B4-BE49-F238E27FC236}">
                <a16:creationId xmlns:a16="http://schemas.microsoft.com/office/drawing/2014/main" id="{5045E15F-418D-06F1-8DFC-B560473EA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CV Templates</a:t>
            </a:r>
            <a:endParaRPr lang="en-GB"/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A7C2A6B6-BC57-A848-BCBC-F568702BD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3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539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3pPr>
      <a:lvl4pPr marL="15430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000" kern="1200">
          <a:solidFill>
            <a:srgbClr val="DA291C"/>
          </a:solidFill>
          <a:latin typeface="Work Sans" pitchFamily="2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Work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  <p15:guide id="2" pos="166">
          <p15:clr>
            <a:srgbClr val="F26B43"/>
          </p15:clr>
        </p15:guide>
        <p15:guide id="3" pos="7514">
          <p15:clr>
            <a:srgbClr val="F26B43"/>
          </p15:clr>
        </p15:guide>
        <p15:guide id="4" orient="horz" pos="1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rief employee bio">
            <a:extLst>
              <a:ext uri="{FF2B5EF4-FFF2-40B4-BE49-F238E27FC236}">
                <a16:creationId xmlns:a16="http://schemas.microsoft.com/office/drawing/2014/main" id="{259EF3BA-3FA0-7BC6-57C0-7EB6AED963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9523" y="1370368"/>
            <a:ext cx="2082818" cy="26428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XXX</a:t>
            </a:r>
            <a:endParaRPr lang="en-US" dirty="0">
              <a:solidFill>
                <a:schemeClr val="tx1"/>
              </a:solidFill>
              <a:latin typeface="Work Sans"/>
            </a:endParaRPr>
          </a:p>
        </p:txBody>
      </p:sp>
      <p:sp>
        <p:nvSpPr>
          <p:cNvPr id="53" name="employee experience">
            <a:extLst>
              <a:ext uri="{FF2B5EF4-FFF2-40B4-BE49-F238E27FC236}">
                <a16:creationId xmlns:a16="http://schemas.microsoft.com/office/drawing/2014/main" id="{799CD3FD-90DC-BD42-C53F-8DFA8F582F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0" y="1370368"/>
            <a:ext cx="6911975" cy="5294592"/>
          </a:xfrm>
        </p:spPr>
        <p:txBody>
          <a:bodyPr/>
          <a:lstStyle/>
          <a:p>
            <a:pPr>
              <a:lnSpc>
                <a:spcPts val="11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
XXX</a:t>
            </a:r>
          </a:p>
        </p:txBody>
      </p:sp>
      <p:sp>
        <p:nvSpPr>
          <p:cNvPr id="13" name="employee title and industry">
            <a:extLst>
              <a:ext uri="{FF2B5EF4-FFF2-40B4-BE49-F238E27FC236}">
                <a16:creationId xmlns:a16="http://schemas.microsoft.com/office/drawing/2014/main" id="{6B20F090-0D75-7D6E-1958-3D74191FF59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71555" y="752739"/>
            <a:ext cx="8680623" cy="355019"/>
          </a:xfrm>
        </p:spPr>
        <p:txBody>
          <a:bodyPr anchor="t"/>
          <a:lstStyle/>
          <a:p>
            <a:pPr>
              <a:spcAft>
                <a:spcPts val="300"/>
              </a:spcAft>
            </a:pPr>
            <a:r>
              <a:rPr lang="pt-BR" sz="1600" dirty="0">
                <a:solidFill>
                  <a:srgbClr val="DA291C"/>
                </a:solidFill>
                <a:latin typeface="Work Sans"/>
              </a:rPr>
              <a:t>XXX</a:t>
            </a:r>
            <a:endParaRPr lang="en-GB" sz="1600" dirty="0">
              <a:solidFill>
                <a:srgbClr val="DA291C"/>
              </a:solidFill>
              <a:latin typeface="Work Sans"/>
            </a:endParaRPr>
          </a:p>
        </p:txBody>
      </p:sp>
      <p:sp>
        <p:nvSpPr>
          <p:cNvPr id="14" name="employee name">
            <a:extLst>
              <a:ext uri="{FF2B5EF4-FFF2-40B4-BE49-F238E27FC236}">
                <a16:creationId xmlns:a16="http://schemas.microsoft.com/office/drawing/2014/main" id="{E6DD6907-E1A5-132E-9054-FC3936F36E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0013" y="359374"/>
            <a:ext cx="9288462" cy="355019"/>
          </a:xfrm>
        </p:spPr>
        <p:txBody>
          <a:bodyPr/>
          <a:lstStyle/>
          <a:p>
            <a:r>
              <a:rPr lang="pt-BR" sz="3600" dirty="0"/>
              <a:t>XXX</a:t>
            </a:r>
            <a:endParaRPr lang="en-GB" sz="3600" dirty="0"/>
          </a:p>
        </p:txBody>
      </p:sp>
      <p:sp>
        <p:nvSpPr>
          <p:cNvPr id="20" name="employee skill 1">
            <a:extLst>
              <a:ext uri="{FF2B5EF4-FFF2-40B4-BE49-F238E27FC236}">
                <a16:creationId xmlns:a16="http://schemas.microsoft.com/office/drawing/2014/main" id="{4680DE41-63CC-23EB-75D3-52F34654C8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4802268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1" name="employee skill 2">
            <a:extLst>
              <a:ext uri="{FF2B5EF4-FFF2-40B4-BE49-F238E27FC236}">
                <a16:creationId xmlns:a16="http://schemas.microsoft.com/office/drawing/2014/main" id="{6416B2A3-1261-629C-9E70-680A362EC7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5253044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3" name="employee skill 3">
            <a:extLst>
              <a:ext uri="{FF2B5EF4-FFF2-40B4-BE49-F238E27FC236}">
                <a16:creationId xmlns:a16="http://schemas.microsoft.com/office/drawing/2014/main" id="{AC26F289-17E6-4FF7-7016-6B9117AB339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5703821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4" name="employee skill 4">
            <a:extLst>
              <a:ext uri="{FF2B5EF4-FFF2-40B4-BE49-F238E27FC236}">
                <a16:creationId xmlns:a16="http://schemas.microsoft.com/office/drawing/2014/main" id="{88604B67-51D3-1141-548C-04D7B5D1C61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6154598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4074527016"/>
      </p:ext>
    </p:extLst>
  </p:cSld>
  <p:clrMapOvr>
    <a:masterClrMapping/>
  </p:clrMapOvr>
</p:sld>
</file>

<file path=ppt/theme/theme1.xml><?xml version="1.0" encoding="utf-8"?>
<a:theme xmlns:a="http://schemas.openxmlformats.org/drawingml/2006/main" name="CV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DA291C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RESENTATIONS TEMPLATE LONG_EDITABLE" id="{A81ABF67-35B9-4351-851E-F0230C4330FA}" vid="{3A3207B9-6952-466B-8A4E-FADC36C4A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b1a63eb-eb09-471a-a005-37b07792a5b5}" enabled="0" method="" siteId="{bb1a63eb-eb09-471a-a005-37b07792a5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81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Wingdings</vt:lpstr>
      <vt:lpstr>Work Sans</vt:lpstr>
      <vt:lpstr>Work Sans Light</vt:lpstr>
      <vt:lpstr>Work Sans SemiBold</vt:lpstr>
      <vt:lpstr>CV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Pensa, Matthew (Bip.Monticello)</dc:creator>
  <cp:lastModifiedBy>Pensa, Matthew (Bip.Monticello)</cp:lastModifiedBy>
  <cp:revision>15</cp:revision>
  <dcterms:created xsi:type="dcterms:W3CDTF">2025-09-21T14:49:44Z</dcterms:created>
  <dcterms:modified xsi:type="dcterms:W3CDTF">2025-11-19T04:19:27Z</dcterms:modified>
</cp:coreProperties>
</file>